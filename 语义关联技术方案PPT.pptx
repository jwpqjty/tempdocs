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各位好，这一页我们来详细介绍我们系统的核心技术方案，它主要由三个关键环节构成：融合相似度检索、语义聚类和VLM精调。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“融合相似度检索”，也就是我们的轻量粗召回环节。我们发现传统的关键词检索在语义理解上存在短板，而且效率不高。因此，我们的目标是利用轻量级的双塔模型，将文本和图像转化为语义向量，通过快速的向量相似度计算，在保证速度的同时，显著提升召回结果的相关性，为后续处理提供一个高质量的候选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“语义聚类”，作为轻量精召回步骤。粗召回的结果可能存在冗余，直接进入精排会浪费计算资源。我们的目标是通过语义聚类，去除冗余信息，筛选出最具代表性的样本。具体来说，我们会使用优化的聚类算法对召回结果进行分组，只选取每个组的核心样本进入下一步，从而有效提升精排的效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“VLM精调”，也就是精排环节。通用的VLM模型在我们的特定任务上表现不够理想，而且模型太大，推理速度慢。我们的目标是通过模型蒸馏和任务特定的精调，让模型在保持高精度的同时，变得更加轻量和快速。这样，我们就能在保证排序效果的前提下，满足实时应用的性能要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通过这三个环节的有机结合，我们构建了一个高效、准确的检索和排序系统，能够为用户提供更精准、更快速的服务。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70100" y="508000"/>
            <a:ext cx="805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核心技术方案：融合检索与精排优化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461000" y="1143000"/>
            <a:ext cx="1270000" cy="381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524000"/>
            <a:ext cx="3556000" cy="4318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8500" y="17145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5000" y="241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融合相似度检索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轻量粗召回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" y="3048000"/>
            <a:ext cx="3302000" cy="889000"/>
          </a:xfrm>
          <a:prstGeom prst="roundRect">
            <a:avLst>
              <a:gd name="adj" fmla="val 7142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98500" y="3111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当前问题：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传统关键词匹配语义理解弱，召回相关度差，且计算消耗大，难以支撑大规模实时检索。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4000500"/>
            <a:ext cx="3302000" cy="889000"/>
          </a:xfrm>
          <a:prstGeom prst="roundRect">
            <a:avLst>
              <a:gd name="adj" fmla="val 7142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98500" y="4064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目标效果：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提升召回结果语义相关性，实现快速准确的粗召回，为精排提供高质量候选集。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4953000"/>
            <a:ext cx="3302000" cy="762000"/>
          </a:xfrm>
          <a:prstGeom prst="roundRect">
            <a:avLst>
              <a:gd name="adj" fmla="val 8333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98500" y="5016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采用双塔模型量化版本，结合倒排索引与量化技术优化检索效率。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524000"/>
            <a:ext cx="3556000" cy="4318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7145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445000" y="241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语义聚类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轻量精召回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445000" y="3048000"/>
            <a:ext cx="3302000" cy="889000"/>
          </a:xfrm>
          <a:prstGeom prst="roundRect">
            <a:avLst>
              <a:gd name="adj" fmla="val 7142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508500" y="3111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当前问题：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粗召回结果存在冗余与噪声，直接精排成本高且影响最终效果。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0" y="4000500"/>
            <a:ext cx="3302000" cy="889000"/>
          </a:xfrm>
          <a:prstGeom prst="roundRect">
            <a:avLst>
              <a:gd name="adj" fmla="val 7142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508500" y="4064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目标效果：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去除冗余信息，筛选代表性样本，减少候选规模，提升精排效率。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4953000"/>
            <a:ext cx="3302000" cy="762000"/>
          </a:xfrm>
          <a:prstGeom prst="roundRect">
            <a:avLst>
              <a:gd name="adj" fmla="val 8333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508500" y="5016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基于语义向量的轻量级聚类算法，选取聚类中心代表性样本。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28000" y="1524000"/>
            <a:ext cx="3556000" cy="4318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8500" y="1714500"/>
            <a:ext cx="635000" cy="635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255000" y="241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VLM精调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精排优化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255000" y="3048000"/>
            <a:ext cx="3302000" cy="889000"/>
          </a:xfrm>
          <a:prstGeom prst="roundRect">
            <a:avLst>
              <a:gd name="adj" fmla="val 7142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18500" y="3111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当前问题：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通用VLM模型特定任务效果不佳，参数量大，推理速度慢。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4000500"/>
            <a:ext cx="3302000" cy="889000"/>
          </a:xfrm>
          <a:prstGeom prst="roundRect">
            <a:avLst>
              <a:gd name="adj" fmla="val 7142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318500" y="4064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目标效果：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提升排序准确性与相关性，通过模型压缩优化保证推理速度。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255000" y="4953000"/>
            <a:ext cx="3302000" cy="762000"/>
          </a:xfrm>
          <a:prstGeom prst="roundRect">
            <a:avLst>
              <a:gd name="adj" fmla="val 8333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318500" y="5016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模型蒸馏技术迁移知识，结合任务标注精调与剪枝量化。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670" y="2747645"/>
            <a:ext cx="3176905" cy="2775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WPS 演示</Application>
  <PresentationFormat/>
  <Paragraphs>29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姜</cp:lastModifiedBy>
  <cp:revision>1</cp:revision>
  <dcterms:created xsi:type="dcterms:W3CDTF">2026-03-27T07:03:44Z</dcterms:created>
  <dcterms:modified xsi:type="dcterms:W3CDTF">2026-03-27T07:03:44Z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1009B407E489489D820952B26F3A6F5C_12</vt:lpwstr>
  </property>
</Properties>
</file>